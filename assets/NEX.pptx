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4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66" d="100"/>
          <a:sy n="66" d="100"/>
        </p:scale>
        <p:origin x="1656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144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34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59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285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016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159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59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0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241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1835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49950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776667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76927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67794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42938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6816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26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31BA835-12AC-4E8F-955A-EA3F4DE2791F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6361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5DEDF-0A6A-9526-E6DE-2BD2EE752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B43BCE-9DE1-530A-95D8-09D4AD962C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3051" y="-619173"/>
            <a:ext cx="4102762" cy="223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309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C144A-9393-49C1-8B59-8CC810E56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D03ED9-58AB-2E48-10B5-63885E15B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485" b="94881" l="777" r="92228">
                        <a14:foregroundMark x1="5959" y1="63140" x2="5959" y2="63140"/>
                        <a14:foregroundMark x1="5959" y1="63140" x2="8031" y2="63481"/>
                        <a14:foregroundMark x1="2850" y1="34471" x2="2850" y2="34471"/>
                        <a14:foregroundMark x1="2850" y1="31741" x2="3886" y2="14676"/>
                        <a14:foregroundMark x1="3886" y1="11263" x2="11658" y2="6485"/>
                        <a14:foregroundMark x1="16580" y1="7167" x2="35492" y2="8874"/>
                        <a14:foregroundMark x1="35492" y1="8874" x2="52591" y2="8191"/>
                        <a14:foregroundMark x1="56477" y1="9556" x2="80311" y2="11604"/>
                        <a14:foregroundMark x1="80311" y1="11604" x2="85751" y2="10922"/>
                        <a14:foregroundMark x1="86528" y1="10580" x2="91969" y2="11604"/>
                        <a14:foregroundMark x1="81606" y1="8191" x2="92228" y2="9215"/>
                        <a14:foregroundMark x1="92228" y1="9215" x2="92228" y2="9215"/>
                        <a14:foregroundMark x1="91710" y1="11604" x2="91710" y2="36177"/>
                        <a14:foregroundMark x1="93005" y1="36177" x2="92487" y2="82253"/>
                        <a14:foregroundMark x1="92487" y1="82253" x2="84974" y2="89078"/>
                        <a14:foregroundMark x1="91969" y1="79863" x2="85492" y2="90102"/>
                        <a14:foregroundMark x1="85492" y1="90102" x2="80311" y2="90102"/>
                        <a14:foregroundMark x1="92487" y1="79181" x2="89896" y2="93857"/>
                        <a14:foregroundMark x1="89896" y1="93857" x2="89637" y2="94881"/>
                        <a14:foregroundMark x1="86528" y1="90785" x2="777" y2="7747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43646">
            <a:off x="3793413" y="-40668"/>
            <a:ext cx="4801522" cy="36446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880A34-FDC9-DD5F-6B77-262E388A59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501" y="3429000"/>
            <a:ext cx="4432602" cy="32578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3C58D3-CFC4-8BC6-28DC-92D7B60F79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1750" b="78938" l="5145" r="95870">
                        <a14:foregroundMark x1="6522" y1="32563" x2="6522" y2="32563"/>
                        <a14:foregroundMark x1="6522" y1="32563" x2="6232" y2="52500"/>
                        <a14:foregroundMark x1="6232" y1="52500" x2="6087" y2="70875"/>
                        <a14:foregroundMark x1="6087" y1="70875" x2="6377" y2="73500"/>
                        <a14:foregroundMark x1="6377" y1="73500" x2="5145" y2="55563"/>
                        <a14:foregroundMark x1="5145" y1="55563" x2="7029" y2="28313"/>
                        <a14:foregroundMark x1="7029" y1="28313" x2="20725" y2="22688"/>
                        <a14:foregroundMark x1="20725" y1="22688" x2="26884" y2="21750"/>
                        <a14:foregroundMark x1="26884" y1="21750" x2="60072" y2="23188"/>
                        <a14:foregroundMark x1="60072" y1="23188" x2="86014" y2="22688"/>
                        <a14:foregroundMark x1="86014" y1="22688" x2="95870" y2="22813"/>
                        <a14:foregroundMark x1="95870" y1="22813" x2="92609" y2="64188"/>
                        <a14:foregroundMark x1="92609" y1="64188" x2="91884" y2="74625"/>
                        <a14:foregroundMark x1="91884" y1="74625" x2="87826" y2="78563"/>
                        <a14:foregroundMark x1="87826" y1="78563" x2="87826" y2="78563"/>
                        <a14:foregroundMark x1="87826" y1="78563" x2="87826" y2="78563"/>
                        <a14:foregroundMark x1="87826" y1="78563" x2="29203" y2="78938"/>
                        <a14:foregroundMark x1="29203" y1="78938" x2="28261" y2="78688"/>
                        <a14:foregroundMark x1="28261" y1="78688" x2="28261" y2="78688"/>
                        <a14:foregroundMark x1="28261" y1="78688" x2="8986" y2="77500"/>
                        <a14:foregroundMark x1="8986" y1="77500" x2="8406" y2="7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8914" b="18449"/>
          <a:stretch>
            <a:fillRect/>
          </a:stretch>
        </p:blipFill>
        <p:spPr>
          <a:xfrm>
            <a:off x="588934" y="3669655"/>
            <a:ext cx="4257701" cy="30919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333AF3-393B-9780-B946-386F3A0FDE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3051" y="-619173"/>
            <a:ext cx="4102762" cy="223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624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8FADB-03B2-2721-732E-8D7659648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9351696-1AD5-E071-BEBB-72EA4031A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2C681B-27EF-D203-7E14-FBA2DAF1A1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3051" y="-619173"/>
            <a:ext cx="4102762" cy="223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406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EBF65-F552-6AED-7E60-5441B286C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B426AB-B817-7CA9-F13D-18F144478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3909" y="-584751"/>
            <a:ext cx="13889255" cy="78127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89BFEC9-A855-5604-B50E-554995BD9F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3051" y="-619173"/>
            <a:ext cx="4102762" cy="223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152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9874E-9C0D-C956-376F-EA24DA203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124766-82F3-B1C4-8862-7C7118429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683" b="93134" l="7544" r="90000">
                        <a14:foregroundMark x1="34298" y1="93838" x2="64912" y2="86444"/>
                        <a14:foregroundMark x1="64912" y1="86444" x2="78246" y2="92782"/>
                        <a14:foregroundMark x1="78246" y1="92782" x2="83246" y2="91373"/>
                        <a14:foregroundMark x1="83246" y1="91373" x2="87105" y2="93134"/>
                        <a14:foregroundMark x1="87105" y1="93134" x2="88596" y2="92606"/>
                        <a14:foregroundMark x1="10965" y1="64789" x2="21491" y2="44366"/>
                        <a14:foregroundMark x1="21491" y1="44366" x2="32281" y2="36972"/>
                        <a14:foregroundMark x1="32281" y1="36972" x2="33158" y2="37148"/>
                        <a14:foregroundMark x1="36579" y1="32218" x2="36404" y2="24472"/>
                        <a14:foregroundMark x1="11316" y1="23944" x2="40526" y2="25176"/>
                        <a14:foregroundMark x1="41930" y1="11972" x2="27018" y2="15669"/>
                        <a14:foregroundMark x1="10175" y1="71479" x2="7544" y2="69542"/>
                        <a14:foregroundMark x1="43772" y1="13380" x2="43246" y2="262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627" y="-254468"/>
            <a:ext cx="12644387" cy="7112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91B97B-7473-9C79-E1DC-3A2119D616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3051" y="-619173"/>
            <a:ext cx="4102762" cy="223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760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11BAD-FFCC-1DA6-7DB8-E1F8005E9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BF1EA86-B76F-DA97-01EF-70121D6E2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051" y="1022684"/>
            <a:ext cx="11515153" cy="4812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1872C9-135F-4B55-2D02-7BC7989AF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3051" y="-619173"/>
            <a:ext cx="4102762" cy="223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052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99FA5-F9FD-323C-80BF-4DFC3E204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BF01A72A-0728-7A92-8D0B-FC31315E8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729" y="914401"/>
            <a:ext cx="11394542" cy="5203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901FCB9-CDDB-0647-3BF4-E65FA73D1C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3051" y="-619173"/>
            <a:ext cx="4102762" cy="223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659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488C0-2910-6542-B4AF-CD40C3BFB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355A07-F8BB-00D0-4C79-91843E199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204" y="0"/>
            <a:ext cx="6250796" cy="36102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2F501A-D69B-0D1A-6049-11AB34C9A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34126"/>
            <a:ext cx="5954063" cy="4456497"/>
          </a:xfrm>
          <a:prstGeom prst="rect">
            <a:avLst/>
          </a:prstGeom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D17F3753-CE59-7D05-DBA9-386A101AE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1204" y="3439421"/>
            <a:ext cx="6329471" cy="341857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6">
            <a:extLst>
              <a:ext uri="{FF2B5EF4-FFF2-40B4-BE49-F238E27FC236}">
                <a16:creationId xmlns:a16="http://schemas.microsoft.com/office/drawing/2014/main" id="{38E0F6FA-9597-FEBF-7911-22FCD40B94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53853" y="1086853"/>
            <a:ext cx="2494547" cy="2494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1966E9-9408-8DED-B8B5-81E097E1A0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3051" y="-619173"/>
            <a:ext cx="4102762" cy="223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1251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45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Calisto MT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Kareem Salah</dc:creator>
  <cp:lastModifiedBy>Kareem Salah</cp:lastModifiedBy>
  <cp:revision>1</cp:revision>
  <dcterms:created xsi:type="dcterms:W3CDTF">2026-03-04T12:12:49Z</dcterms:created>
  <dcterms:modified xsi:type="dcterms:W3CDTF">2026-03-04T12:58:43Z</dcterms:modified>
</cp:coreProperties>
</file>